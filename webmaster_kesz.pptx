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2D3"/>
    <a:srgbClr val="233564"/>
    <a:srgbClr val="222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E97E76-DC08-41CD-B948-756157728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7E3C863-6A2B-439B-9260-EAC6CEC01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99A154-7090-43B4-A668-D31D1E8E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F62401C-C673-4A36-A413-EB4210284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67C95AF-DBBB-4B53-B92D-A83ADD24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618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739C89-A491-46FF-BC15-7FBAAE44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AB368D-0141-43D4-8595-CD3D2F50D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B75B6F2-DBFC-4D28-9CAD-FC95F9EC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76A9023-56DD-4096-ABAD-4709C83E8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5A7B40-13D6-46E9-B87A-D79BD961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176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943B42-AFAE-43E1-AB49-74AB10E4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A782F8E-F971-4C2C-8A26-514BBD810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CB1D8C1-EE78-406C-8B07-A82FBC8F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B4250E5-8735-40E3-8A7F-50362C4C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F69A712-CA1D-44C3-86A9-F8BD1D30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045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0E6926-B8BA-4284-86F7-F05818FB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99122D-F117-4F1F-8FE4-B18B8B8BD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BCF7FF5-87F8-4ABF-B456-C9436C3BA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8EB36D6-00CC-4CA1-B47C-E21846112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77A6160-4583-4AC9-AA2F-84BCEA54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845A240-3B12-4C74-A0C7-FD4A2A1B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953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798F1D-D7A8-4544-BD84-EB1F3BFC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AAFF528-2CEA-459C-A4B7-DE9CC3EEF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D2ECBC4-E8C9-4C07-AA25-E3CC7A051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40F07DC-157E-4544-82F1-A5EF06B90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68AB2A7-AA86-46E5-A0DC-B2D10E5E3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719FC0C-7E02-4225-8566-CFBFC809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D036D77-2904-4669-A21A-AEFE29136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FB9ACFE-AD08-4F17-A832-3FE21D52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704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30187C-7030-4D88-921B-5B9736DC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3A97539-6D18-41E6-998F-0D855AD8C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5F9695A-0CFE-48A0-87AA-04D34BD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24542EB-4FF0-40A6-805F-8BCD5562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658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2FD5DD9-6F75-4606-9952-09FF3D173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E1D6777-CD7E-4DD2-AD1F-1BD88FF4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D1D15B9-3182-4DF0-82DB-8E6DDF8E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746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078F8F-5CD2-4B99-AEDD-757959130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467910-2F3A-437F-94D3-F26DC61E6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4A0A86F-A04F-47A1-A4BC-C0780D424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D9C8F41-617E-400A-BDB9-63627347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6BCD355-4A80-4DB4-9BB1-42AC46B1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B9C3387-3B96-4C30-847A-A40F751F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886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BCCE3E-E2BC-46A8-8E9C-DAF092B0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0886B26-E223-4F06-B8C7-9906B7BFEC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20C370B-48A8-44FE-A9F0-7DAE531CF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EC5C903-B82B-4B43-A94D-70B527130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C39FE33-8DA8-49FA-858C-40DB82B0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19FC3C3-8705-4FD8-90BA-E7784980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889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41F418-531B-4C81-82B8-9F1E69B0B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8D789EE-BC79-496C-8404-3EE819EC8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EC26664-A265-45BB-A0CC-CECD52BB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5B24DAC-8447-4EF3-8A88-EAD534AE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B926410-0A8B-4CB2-AA73-B7559A59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9849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F726784-9A4D-405B-95A6-FAC547B32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F8EFBC2-EE76-4BA8-A91A-8050B8E66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7C3BF51-2197-4CFF-B38D-38CE7B75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07F4A45-6B3E-421A-8A4E-621788068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EB61D9F-7A6B-4FE4-9FF8-E0A2858D0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272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166AA08-51D8-46C3-A0C6-88D65CAA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BA22095-BC2D-4BE9-B2BC-9CC5F021D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D199512-08AC-4952-9EFA-722D1F5F0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570C4-4F85-4B25-9210-B04BFA5F8AEB}" type="datetimeFigureOut">
              <a:rPr lang="hu-HU" smtClean="0"/>
              <a:t>2026. 02. 23.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11BACB0-8E24-4DB5-8EE3-7FDB5109D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6058C87-AE41-4782-B279-060B27581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0B63D-9087-4981-A44C-53A42ABA950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998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E9A2B0-AB6A-4B5E-81D2-DFCD0E6BF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915" y="1569182"/>
            <a:ext cx="9144000" cy="2387600"/>
          </a:xfrm>
          <a:noFill/>
        </p:spPr>
        <p:txBody>
          <a:bodyPr/>
          <a:lstStyle/>
          <a:p>
            <a:r>
              <a:rPr lang="hu-HU" dirty="0" err="1">
                <a:solidFill>
                  <a:srgbClr val="00D2D3"/>
                </a:solidFill>
                <a:latin typeface="Raleway Black" pitchFamily="2" charset="-18"/>
              </a:rPr>
              <a:t>WebMester</a:t>
            </a:r>
            <a:br>
              <a:rPr lang="hu-HU" dirty="0">
                <a:solidFill>
                  <a:srgbClr val="00D2D3"/>
                </a:solidFill>
                <a:latin typeface="Raleway Black" pitchFamily="2" charset="-18"/>
              </a:rPr>
            </a:br>
            <a:r>
              <a:rPr lang="hu-HU" dirty="0">
                <a:solidFill>
                  <a:srgbClr val="00D2D3"/>
                </a:solidFill>
                <a:latin typeface="Raleway Black" pitchFamily="2" charset="-18"/>
              </a:rPr>
              <a:t>-A projekt elkészítése</a:t>
            </a:r>
          </a:p>
        </p:txBody>
      </p:sp>
      <p:sp>
        <p:nvSpPr>
          <p:cNvPr id="26" name="Folyamatábra: Adatok 25">
            <a:extLst>
              <a:ext uri="{FF2B5EF4-FFF2-40B4-BE49-F238E27FC236}">
                <a16:creationId xmlns:a16="http://schemas.microsoft.com/office/drawing/2014/main" id="{66668A68-8699-49D7-9FF9-6457767C9A86}"/>
              </a:ext>
            </a:extLst>
          </p:cNvPr>
          <p:cNvSpPr/>
          <p:nvPr/>
        </p:nvSpPr>
        <p:spPr>
          <a:xfrm>
            <a:off x="10029825" y="1"/>
            <a:ext cx="1685925" cy="6858000"/>
          </a:xfrm>
          <a:prstGeom prst="flowChartInputOutput">
            <a:avLst/>
          </a:prstGeom>
          <a:solidFill>
            <a:srgbClr val="23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EFF52E4-87F9-41FC-9A1A-249CBEA6178E}"/>
              </a:ext>
            </a:extLst>
          </p:cNvPr>
          <p:cNvSpPr txBox="1"/>
          <p:nvPr/>
        </p:nvSpPr>
        <p:spPr>
          <a:xfrm>
            <a:off x="104775" y="6296025"/>
            <a:ext cx="436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Készítette: Dudics Dominik és Márkus Péter</a:t>
            </a:r>
          </a:p>
        </p:txBody>
      </p:sp>
    </p:spTree>
    <p:extLst>
      <p:ext uri="{BB962C8B-B14F-4D97-AF65-F5344CB8AC3E}">
        <p14:creationId xmlns:p14="http://schemas.microsoft.com/office/powerpoint/2010/main" val="1347547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lyamatábra: Adatok 25">
            <a:extLst>
              <a:ext uri="{FF2B5EF4-FFF2-40B4-BE49-F238E27FC236}">
                <a16:creationId xmlns:a16="http://schemas.microsoft.com/office/drawing/2014/main" id="{66668A68-8699-49D7-9FF9-6457767C9A86}"/>
              </a:ext>
            </a:extLst>
          </p:cNvPr>
          <p:cNvSpPr/>
          <p:nvPr/>
        </p:nvSpPr>
        <p:spPr>
          <a:xfrm>
            <a:off x="10029825" y="1"/>
            <a:ext cx="1685925" cy="6858000"/>
          </a:xfrm>
          <a:prstGeom prst="flowChartInputOutput">
            <a:avLst/>
          </a:prstGeom>
          <a:solidFill>
            <a:srgbClr val="23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EFF52E4-87F9-41FC-9A1A-249CBEA6178E}"/>
              </a:ext>
            </a:extLst>
          </p:cNvPr>
          <p:cNvSpPr txBox="1"/>
          <p:nvPr/>
        </p:nvSpPr>
        <p:spPr>
          <a:xfrm>
            <a:off x="104775" y="6296025"/>
            <a:ext cx="436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Készítette: Dudics Dominik és Márkus Péter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6F3B01E-F6FC-4D36-B5AA-523B0F7AE6A3}"/>
              </a:ext>
            </a:extLst>
          </p:cNvPr>
          <p:cNvSpPr txBox="1"/>
          <p:nvPr/>
        </p:nvSpPr>
        <p:spPr>
          <a:xfrm>
            <a:off x="-590550" y="192643"/>
            <a:ext cx="11849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dirty="0">
                <a:solidFill>
                  <a:srgbClr val="00D2D3"/>
                </a:solidFill>
                <a:latin typeface="Raleway Black" pitchFamily="2" charset="-18"/>
              </a:rPr>
              <a:t>Miért ez a vállalkozás?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EA6F77A-7D57-4DA7-BDF6-3D87460B2BBD}"/>
              </a:ext>
            </a:extLst>
          </p:cNvPr>
          <p:cNvSpPr txBox="1"/>
          <p:nvPr/>
        </p:nvSpPr>
        <p:spPr>
          <a:xfrm>
            <a:off x="200024" y="1797784"/>
            <a:ext cx="1008697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Ez egy piaci rés</a:t>
            </a:r>
          </a:p>
          <a:p>
            <a:pPr>
              <a:lnSpc>
                <a:spcPct val="20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A kis és középvállalkozásoknak nincs honlapja/elavult</a:t>
            </a:r>
          </a:p>
          <a:p>
            <a:pPr>
              <a:lnSpc>
                <a:spcPct val="20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Sokat számít</a:t>
            </a:r>
          </a:p>
          <a:p>
            <a:pPr>
              <a:lnSpc>
                <a:spcPct val="20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szeretünk weboldalakt készíteni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05898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lyamatábra: Adatok 25">
            <a:extLst>
              <a:ext uri="{FF2B5EF4-FFF2-40B4-BE49-F238E27FC236}">
                <a16:creationId xmlns:a16="http://schemas.microsoft.com/office/drawing/2014/main" id="{66668A68-8699-49D7-9FF9-6457767C9A86}"/>
              </a:ext>
            </a:extLst>
          </p:cNvPr>
          <p:cNvSpPr/>
          <p:nvPr/>
        </p:nvSpPr>
        <p:spPr>
          <a:xfrm>
            <a:off x="10029825" y="1"/>
            <a:ext cx="1685925" cy="6858000"/>
          </a:xfrm>
          <a:prstGeom prst="flowChartInputOutput">
            <a:avLst/>
          </a:prstGeom>
          <a:solidFill>
            <a:srgbClr val="23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EFF52E4-87F9-41FC-9A1A-249CBEA6178E}"/>
              </a:ext>
            </a:extLst>
          </p:cNvPr>
          <p:cNvSpPr txBox="1"/>
          <p:nvPr/>
        </p:nvSpPr>
        <p:spPr>
          <a:xfrm>
            <a:off x="104775" y="6296025"/>
            <a:ext cx="436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Készítette: Dudics Dominik és Márkus Péter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6F3B01E-F6FC-4D36-B5AA-523B0F7AE6A3}"/>
              </a:ext>
            </a:extLst>
          </p:cNvPr>
          <p:cNvSpPr txBox="1"/>
          <p:nvPr/>
        </p:nvSpPr>
        <p:spPr>
          <a:xfrm>
            <a:off x="-590550" y="192643"/>
            <a:ext cx="11849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dirty="0">
                <a:solidFill>
                  <a:srgbClr val="00D2D3"/>
                </a:solidFill>
                <a:latin typeface="Raleway Black" pitchFamily="2" charset="-18"/>
              </a:rPr>
              <a:t>Weboldal elkészítésének</a:t>
            </a:r>
            <a:br>
              <a:rPr lang="hu-HU" sz="5400" dirty="0">
                <a:solidFill>
                  <a:srgbClr val="00D2D3"/>
                </a:solidFill>
                <a:latin typeface="Raleway Black" pitchFamily="2" charset="-18"/>
              </a:rPr>
            </a:br>
            <a:r>
              <a:rPr lang="hu-HU" sz="5400" dirty="0">
                <a:solidFill>
                  <a:srgbClr val="00D2D3"/>
                </a:solidFill>
                <a:latin typeface="Raleway Black" pitchFamily="2" charset="-18"/>
              </a:rPr>
              <a:t> menete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EA6F77A-7D57-4DA7-BDF6-3D87460B2BBD}"/>
              </a:ext>
            </a:extLst>
          </p:cNvPr>
          <p:cNvSpPr txBox="1"/>
          <p:nvPr/>
        </p:nvSpPr>
        <p:spPr>
          <a:xfrm>
            <a:off x="104775" y="2226615"/>
            <a:ext cx="62103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Hétvége - tervelés</a:t>
            </a:r>
            <a:b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</a:b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Hétfőn kezdtük</a:t>
            </a:r>
          </a:p>
          <a:p>
            <a:pPr>
              <a:lnSpc>
                <a:spcPct val="25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</a:t>
            </a:r>
            <a:r>
              <a:rPr lang="hu-HU" sz="2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Discord</a:t>
            </a:r>
            <a:endParaRPr lang="hu-HU" sz="2800" dirty="0">
              <a:solidFill>
                <a:schemeClr val="accent1">
                  <a:lumMod val="60000"/>
                  <a:lumOff val="40000"/>
                </a:schemeClr>
              </a:solidFill>
              <a:latin typeface="Raleway Black" pitchFamily="2" charset="-18"/>
            </a:endParaRPr>
          </a:p>
          <a:p>
            <a:endParaRPr lang="hu-HU" dirty="0"/>
          </a:p>
          <a:p>
            <a:endParaRPr lang="hu-HU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D9A5E098-A679-4FFF-B460-0E098AB8A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775" y="2139611"/>
            <a:ext cx="5514975" cy="310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9452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lyamatábra: Adatok 25">
            <a:extLst>
              <a:ext uri="{FF2B5EF4-FFF2-40B4-BE49-F238E27FC236}">
                <a16:creationId xmlns:a16="http://schemas.microsoft.com/office/drawing/2014/main" id="{66668A68-8699-49D7-9FF9-6457767C9A86}"/>
              </a:ext>
            </a:extLst>
          </p:cNvPr>
          <p:cNvSpPr/>
          <p:nvPr/>
        </p:nvSpPr>
        <p:spPr>
          <a:xfrm>
            <a:off x="10029825" y="1"/>
            <a:ext cx="1685925" cy="6858000"/>
          </a:xfrm>
          <a:prstGeom prst="flowChartInputOutput">
            <a:avLst/>
          </a:prstGeom>
          <a:solidFill>
            <a:srgbClr val="23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EFF52E4-87F9-41FC-9A1A-249CBEA6178E}"/>
              </a:ext>
            </a:extLst>
          </p:cNvPr>
          <p:cNvSpPr txBox="1"/>
          <p:nvPr/>
        </p:nvSpPr>
        <p:spPr>
          <a:xfrm>
            <a:off x="104775" y="6296025"/>
            <a:ext cx="436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Készítette: Dudics Dominik és Márkus Péter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6F3B01E-F6FC-4D36-B5AA-523B0F7AE6A3}"/>
              </a:ext>
            </a:extLst>
          </p:cNvPr>
          <p:cNvSpPr txBox="1"/>
          <p:nvPr/>
        </p:nvSpPr>
        <p:spPr>
          <a:xfrm>
            <a:off x="104775" y="399632"/>
            <a:ext cx="11849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dirty="0">
                <a:solidFill>
                  <a:srgbClr val="00D2D3"/>
                </a:solidFill>
                <a:latin typeface="Raleway Black" pitchFamily="2" charset="-18"/>
              </a:rPr>
              <a:t>Weboldal elkészítése</a:t>
            </a:r>
            <a:br>
              <a:rPr lang="hu-HU" sz="5400" dirty="0">
                <a:solidFill>
                  <a:srgbClr val="00D2D3"/>
                </a:solidFill>
                <a:latin typeface="Raleway Black" pitchFamily="2" charset="-18"/>
              </a:rPr>
            </a:br>
            <a:r>
              <a:rPr lang="hu-HU" sz="5400" dirty="0">
                <a:solidFill>
                  <a:srgbClr val="00D2D3"/>
                </a:solidFill>
                <a:latin typeface="Raleway Black" pitchFamily="2" charset="-18"/>
              </a:rPr>
              <a:t> 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EA6F77A-7D57-4DA7-BDF6-3D87460B2BBD}"/>
              </a:ext>
            </a:extLst>
          </p:cNvPr>
          <p:cNvSpPr txBox="1"/>
          <p:nvPr/>
        </p:nvSpPr>
        <p:spPr>
          <a:xfrm>
            <a:off x="104775" y="2036115"/>
            <a:ext cx="732472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Közösen dolgoztunk</a:t>
            </a:r>
          </a:p>
          <a:p>
            <a:pPr>
              <a:lnSpc>
                <a:spcPct val="25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Sötétebb, modern, letisztult designe</a:t>
            </a:r>
          </a:p>
          <a:p>
            <a:pPr>
              <a:lnSpc>
                <a:spcPct val="25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Ötleteléshez segítségül hívtuk az AI-t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9DC0AEA3-B9ED-4086-8324-BAEED21F8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648" y="2553589"/>
            <a:ext cx="4306144" cy="277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85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lyamatábra: Adatok 25">
            <a:extLst>
              <a:ext uri="{FF2B5EF4-FFF2-40B4-BE49-F238E27FC236}">
                <a16:creationId xmlns:a16="http://schemas.microsoft.com/office/drawing/2014/main" id="{66668A68-8699-49D7-9FF9-6457767C9A86}"/>
              </a:ext>
            </a:extLst>
          </p:cNvPr>
          <p:cNvSpPr/>
          <p:nvPr/>
        </p:nvSpPr>
        <p:spPr>
          <a:xfrm>
            <a:off x="10029825" y="1"/>
            <a:ext cx="1685925" cy="6858000"/>
          </a:xfrm>
          <a:prstGeom prst="flowChartInputOutput">
            <a:avLst/>
          </a:prstGeom>
          <a:solidFill>
            <a:srgbClr val="23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EFF52E4-87F9-41FC-9A1A-249CBEA6178E}"/>
              </a:ext>
            </a:extLst>
          </p:cNvPr>
          <p:cNvSpPr txBox="1"/>
          <p:nvPr/>
        </p:nvSpPr>
        <p:spPr>
          <a:xfrm>
            <a:off x="104775" y="6296025"/>
            <a:ext cx="436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Készítette: Dudics Dominik és Márkus Péter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6F3B01E-F6FC-4D36-B5AA-523B0F7AE6A3}"/>
              </a:ext>
            </a:extLst>
          </p:cNvPr>
          <p:cNvSpPr txBox="1"/>
          <p:nvPr/>
        </p:nvSpPr>
        <p:spPr>
          <a:xfrm>
            <a:off x="104775" y="399632"/>
            <a:ext cx="11849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dirty="0">
                <a:solidFill>
                  <a:srgbClr val="00D2D3"/>
                </a:solidFill>
                <a:latin typeface="Raleway Black" pitchFamily="2" charset="-18"/>
              </a:rPr>
              <a:t>Munka felosztás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EA6F77A-7D57-4DA7-BDF6-3D87460B2BBD}"/>
              </a:ext>
            </a:extLst>
          </p:cNvPr>
          <p:cNvSpPr txBox="1"/>
          <p:nvPr/>
        </p:nvSpPr>
        <p:spPr>
          <a:xfrm>
            <a:off x="104775" y="2547609"/>
            <a:ext cx="732472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Peti: Weboldal programozás</a:t>
            </a:r>
          </a:p>
          <a:p>
            <a:pPr>
              <a:lnSpc>
                <a:spcPct val="25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Dominik: Ötletelés, PPT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57F5BB6-78D0-4CA7-9E0D-0EAA819EB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693" y="2266950"/>
            <a:ext cx="4939579" cy="329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97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lyamatábra: Adatok 25">
            <a:extLst>
              <a:ext uri="{FF2B5EF4-FFF2-40B4-BE49-F238E27FC236}">
                <a16:creationId xmlns:a16="http://schemas.microsoft.com/office/drawing/2014/main" id="{66668A68-8699-49D7-9FF9-6457767C9A86}"/>
              </a:ext>
            </a:extLst>
          </p:cNvPr>
          <p:cNvSpPr/>
          <p:nvPr/>
        </p:nvSpPr>
        <p:spPr>
          <a:xfrm>
            <a:off x="10029825" y="1"/>
            <a:ext cx="1685925" cy="6858000"/>
          </a:xfrm>
          <a:prstGeom prst="flowChartInputOutput">
            <a:avLst/>
          </a:prstGeom>
          <a:solidFill>
            <a:srgbClr val="23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EFF52E4-87F9-41FC-9A1A-249CBEA6178E}"/>
              </a:ext>
            </a:extLst>
          </p:cNvPr>
          <p:cNvSpPr txBox="1"/>
          <p:nvPr/>
        </p:nvSpPr>
        <p:spPr>
          <a:xfrm>
            <a:off x="104775" y="6296025"/>
            <a:ext cx="436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Készítette: Dudics Dominik és Márkus Péter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6F3B01E-F6FC-4D36-B5AA-523B0F7AE6A3}"/>
              </a:ext>
            </a:extLst>
          </p:cNvPr>
          <p:cNvSpPr txBox="1"/>
          <p:nvPr/>
        </p:nvSpPr>
        <p:spPr>
          <a:xfrm>
            <a:off x="104775" y="399632"/>
            <a:ext cx="11849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dirty="0">
                <a:solidFill>
                  <a:srgbClr val="00D2D3"/>
                </a:solidFill>
                <a:latin typeface="Raleway Black" pitchFamily="2" charset="-18"/>
              </a:rPr>
              <a:t>Használt eszközök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EA6F77A-7D57-4DA7-BDF6-3D87460B2BBD}"/>
              </a:ext>
            </a:extLst>
          </p:cNvPr>
          <p:cNvSpPr txBox="1"/>
          <p:nvPr/>
        </p:nvSpPr>
        <p:spPr>
          <a:xfrm>
            <a:off x="104775" y="2521658"/>
            <a:ext cx="7324725" cy="2827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Weboldal: CSS, HTML, JS</a:t>
            </a:r>
          </a:p>
          <a:p>
            <a:pPr>
              <a:lnSpc>
                <a:spcPct val="25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Prezentáció: PowerPoint</a:t>
            </a:r>
          </a:p>
          <a:p>
            <a:pPr>
              <a:lnSpc>
                <a:spcPct val="250000"/>
              </a:lnSpc>
            </a:pPr>
            <a:endParaRPr lang="hu-HU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E552CA60-37DC-46B5-B77E-DBAC0EC5E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539" y="2093416"/>
            <a:ext cx="5710236" cy="321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49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lyamatábra: Adatok 25">
            <a:extLst>
              <a:ext uri="{FF2B5EF4-FFF2-40B4-BE49-F238E27FC236}">
                <a16:creationId xmlns:a16="http://schemas.microsoft.com/office/drawing/2014/main" id="{66668A68-8699-49D7-9FF9-6457767C9A86}"/>
              </a:ext>
            </a:extLst>
          </p:cNvPr>
          <p:cNvSpPr/>
          <p:nvPr/>
        </p:nvSpPr>
        <p:spPr>
          <a:xfrm>
            <a:off x="10029825" y="1"/>
            <a:ext cx="1685925" cy="6858000"/>
          </a:xfrm>
          <a:prstGeom prst="flowChartInputOutput">
            <a:avLst/>
          </a:prstGeom>
          <a:solidFill>
            <a:srgbClr val="23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EFF52E4-87F9-41FC-9A1A-249CBEA6178E}"/>
              </a:ext>
            </a:extLst>
          </p:cNvPr>
          <p:cNvSpPr txBox="1"/>
          <p:nvPr/>
        </p:nvSpPr>
        <p:spPr>
          <a:xfrm>
            <a:off x="104775" y="6296025"/>
            <a:ext cx="436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Készítette: Dudics Dominik és Márkus Péter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6F3B01E-F6FC-4D36-B5AA-523B0F7AE6A3}"/>
              </a:ext>
            </a:extLst>
          </p:cNvPr>
          <p:cNvSpPr txBox="1"/>
          <p:nvPr/>
        </p:nvSpPr>
        <p:spPr>
          <a:xfrm>
            <a:off x="104775" y="399632"/>
            <a:ext cx="11849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dirty="0">
                <a:solidFill>
                  <a:srgbClr val="00D2D3"/>
                </a:solidFill>
                <a:latin typeface="Raleway Black" pitchFamily="2" charset="-18"/>
              </a:rPr>
              <a:t>Háttér információk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EA6F77A-7D57-4DA7-BDF6-3D87460B2BBD}"/>
              </a:ext>
            </a:extLst>
          </p:cNvPr>
          <p:cNvSpPr txBox="1"/>
          <p:nvPr/>
        </p:nvSpPr>
        <p:spPr>
          <a:xfrm>
            <a:off x="171450" y="1617821"/>
            <a:ext cx="5857875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Verziókezelés: GitHub</a:t>
            </a:r>
          </a:p>
          <a:p>
            <a:pPr>
              <a:lnSpc>
                <a:spcPct val="250000"/>
              </a:lnSpc>
              <a:spcAft>
                <a:spcPts val="3000"/>
              </a:spcAft>
            </a:pPr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Programozás: VS </a:t>
            </a:r>
            <a:r>
              <a:rPr lang="hu-HU" sz="2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Code</a:t>
            </a:r>
            <a:endParaRPr lang="hu-HU" sz="2800" dirty="0">
              <a:solidFill>
                <a:schemeClr val="accent1">
                  <a:lumMod val="60000"/>
                  <a:lumOff val="40000"/>
                </a:schemeClr>
              </a:solidFill>
              <a:latin typeface="Raleway Black" pitchFamily="2" charset="-18"/>
            </a:endParaRPr>
          </a:p>
          <a:p>
            <a:r>
              <a:rPr lang="hu-HU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 Black" pitchFamily="2" charset="-18"/>
              </a:rPr>
              <a:t>- Peti lebetegedett – Több ideje volt vele foglalkozni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F475327-E21C-4212-A8F7-99901C2A4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974" y1="86438" x2="19281" y2="84641"/>
                        <a14:foregroundMark x1="19771" y1="83497" x2="20752" y2="85294"/>
                        <a14:foregroundMark x1="23693" y1="85294" x2="23693" y2="85294"/>
                        <a14:foregroundMark x1="44444" y1="83987" x2="44444" y2="83987"/>
                        <a14:foregroundMark x1="83170" y1="83824" x2="83170" y2="83824"/>
                        <a14:foregroundMark x1="81699" y1="84967" x2="81699" y2="84967"/>
                        <a14:foregroundMark x1="49673" y1="83824" x2="49673" y2="83824"/>
                        <a14:foregroundMark x1="45915" y1="88562" x2="45915" y2="88562"/>
                        <a14:foregroundMark x1="85784" y1="83497" x2="85784" y2="83497"/>
                        <a14:foregroundMark x1="84967" y1="87255" x2="84967" y2="87255"/>
                        <a14:foregroundMark x1="83170" y1="88562" x2="83170" y2="88562"/>
                        <a14:foregroundMark x1="80556" y1="89379" x2="80556" y2="89379"/>
                        <a14:foregroundMark x1="77288" y1="88562" x2="77288" y2="88562"/>
                        <a14:foregroundMark x1="77778" y1="85294" x2="77778" y2="85294"/>
                        <a14:foregroundMark x1="77451" y1="83497" x2="77451" y2="83497"/>
                        <a14:foregroundMark x1="76961" y1="89379" x2="76961" y2="89379"/>
                        <a14:foregroundMark x1="57680" y1="57353" x2="57680" y2="573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659" y="2067559"/>
            <a:ext cx="3218181" cy="321818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9074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E9A2B0-AB6A-4B5E-81D2-DFCD0E6BF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915" y="1473932"/>
            <a:ext cx="9144000" cy="2387600"/>
          </a:xfrm>
          <a:noFill/>
        </p:spPr>
        <p:txBody>
          <a:bodyPr/>
          <a:lstStyle/>
          <a:p>
            <a:r>
              <a:rPr lang="hu-HU" dirty="0">
                <a:solidFill>
                  <a:srgbClr val="00D2D3"/>
                </a:solidFill>
                <a:latin typeface="Raleway Black" pitchFamily="2" charset="-18"/>
              </a:rPr>
              <a:t>Köszönjük a figyelmet!</a:t>
            </a:r>
          </a:p>
        </p:txBody>
      </p:sp>
      <p:sp>
        <p:nvSpPr>
          <p:cNvPr id="26" name="Folyamatábra: Adatok 25">
            <a:extLst>
              <a:ext uri="{FF2B5EF4-FFF2-40B4-BE49-F238E27FC236}">
                <a16:creationId xmlns:a16="http://schemas.microsoft.com/office/drawing/2014/main" id="{66668A68-8699-49D7-9FF9-6457767C9A86}"/>
              </a:ext>
            </a:extLst>
          </p:cNvPr>
          <p:cNvSpPr/>
          <p:nvPr/>
        </p:nvSpPr>
        <p:spPr>
          <a:xfrm>
            <a:off x="10029825" y="1"/>
            <a:ext cx="1685925" cy="6858000"/>
          </a:xfrm>
          <a:prstGeom prst="flowChartInputOutput">
            <a:avLst/>
          </a:prstGeom>
          <a:solidFill>
            <a:srgbClr val="233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FEFF52E4-87F9-41FC-9A1A-249CBEA6178E}"/>
              </a:ext>
            </a:extLst>
          </p:cNvPr>
          <p:cNvSpPr txBox="1"/>
          <p:nvPr/>
        </p:nvSpPr>
        <p:spPr>
          <a:xfrm>
            <a:off x="104775" y="6296025"/>
            <a:ext cx="436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Készítette: Dudics Dominik és Márkus Péter</a:t>
            </a:r>
          </a:p>
        </p:txBody>
      </p:sp>
    </p:spTree>
    <p:extLst>
      <p:ext uri="{BB962C8B-B14F-4D97-AF65-F5344CB8AC3E}">
        <p14:creationId xmlns:p14="http://schemas.microsoft.com/office/powerpoint/2010/main" val="137561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174</Words>
  <Application>Microsoft Office PowerPoint</Application>
  <PresentationFormat>Szélesvásznú</PresentationFormat>
  <Paragraphs>32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Raleway Black</vt:lpstr>
      <vt:lpstr>Office-téma</vt:lpstr>
      <vt:lpstr>WebMester -A projekt elkészítése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WebMester -Weboldal elkészítése</dc:title>
  <dc:creator>Dominik Dudics</dc:creator>
  <cp:lastModifiedBy>O365 felhasználó</cp:lastModifiedBy>
  <cp:revision>7</cp:revision>
  <dcterms:created xsi:type="dcterms:W3CDTF">2026-02-18T18:08:47Z</dcterms:created>
  <dcterms:modified xsi:type="dcterms:W3CDTF">2026-02-23T21:11:07Z</dcterms:modified>
</cp:coreProperties>
</file>